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End-to-End Cloud, DevOps &amp; ML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| GCP | Docker | Jenkins | Bamboo | ML | Web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VPC – Virtual Private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Private isolated network in AWS</a:t>
            </a:r>
          </a:p>
          <a:p>
            <a:pPr lvl="1"/>
            <a:r>
              <a:t>Controls IP ranges, subnets, routing</a:t>
            </a:r>
          </a:p>
          <a:p>
            <a:pPr lvl="1"/>
            <a:r>
              <a:t>Used for secure EC2 &amp; RDS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Scalable virtual server in AWS</a:t>
            </a:r>
          </a:p>
          <a:p>
            <a:pPr lvl="1"/>
            <a:r>
              <a:t>Hosts APIs, web portals, CI/CD tools</a:t>
            </a:r>
          </a:p>
          <a:p>
            <a:pPr lvl="1"/>
            <a:r>
              <a:t>Ubuntu &amp; Windows based deployments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Prediction API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FastAPI-based REST API</a:t>
            </a:r>
          </a:p>
          <a:p>
            <a:pPr lvl="1"/>
            <a:r>
              <a:t>Model trained using scikit-learn</a:t>
            </a:r>
          </a:p>
          <a:p>
            <a:pPr lvl="1"/>
            <a:r>
              <a:t>Deployed on AWS EC2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Project –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Client → FastAPI → ML Model</a:t>
            </a:r>
          </a:p>
          <a:p>
            <a:pPr lvl="1"/>
            <a:r>
              <a:t>Joblib used for model persistence</a:t>
            </a:r>
          </a:p>
          <a:p>
            <a:pPr lvl="1"/>
            <a:r>
              <a:t>Uvicorn server for API hosting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Stack ML Pipeline –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Data ingestion &amp; storage</a:t>
            </a:r>
          </a:p>
          <a:p>
            <a:pPr lvl="1"/>
            <a:r>
              <a:t>Model training on VM</a:t>
            </a:r>
          </a:p>
          <a:p>
            <a:pPr lvl="1"/>
            <a:r>
              <a:t>Prediction service using FastAPI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Create Compute Engine VM</a:t>
            </a:r>
          </a:p>
          <a:p>
            <a:pPr lvl="1"/>
            <a:r>
              <a:t>Install Python &amp; dependencies</a:t>
            </a:r>
          </a:p>
          <a:p>
            <a:pPr lvl="1"/>
            <a:r>
              <a:t>Expose API via public 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with Jenkins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Automates build, test &amp; deployment</a:t>
            </a:r>
          </a:p>
          <a:p>
            <a:pPr lvl="1"/>
            <a:r>
              <a:t>Triggered on GitHub push</a:t>
            </a:r>
          </a:p>
          <a:p>
            <a:pPr lvl="1"/>
            <a:r>
              <a:t>Docker-based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Install Java (OpenJDK)</a:t>
            </a:r>
          </a:p>
          <a:p>
            <a:pPr lvl="1"/>
            <a:r>
              <a:t>Install Jenkins using apt</a:t>
            </a:r>
          </a:p>
          <a:p>
            <a:pPr lvl="1"/>
            <a:r>
              <a:t>Access Jenkins via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GitHub push</a:t>
            </a:r>
          </a:p>
          <a:p>
            <a:pPr lvl="1"/>
            <a:r>
              <a:t>Jenkins build trigger</a:t>
            </a:r>
          </a:p>
          <a:p>
            <a:pPr lvl="1"/>
            <a:r>
              <a:t>Docker image build</a:t>
            </a:r>
          </a:p>
          <a:p>
            <a:pPr lvl="1"/>
            <a:r>
              <a:t>Container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– 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Packages app with dependencies</a:t>
            </a:r>
          </a:p>
          <a:p>
            <a:pPr lvl="1"/>
            <a:r>
              <a:t>Ensures environment consistency</a:t>
            </a:r>
          </a:p>
          <a:p>
            <a:pPr lvl="1"/>
            <a:r>
              <a:t>Lightweight compared to VMs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Key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docker build</a:t>
            </a:r>
          </a:p>
          <a:p>
            <a:pPr lvl="1"/>
            <a:r>
              <a:t>docker run</a:t>
            </a:r>
          </a:p>
          <a:p>
            <a:pPr lvl="1"/>
            <a:r>
              <a:t>docker ps / docker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Bamboo CI/CD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Atlassian CI/CD tool</a:t>
            </a:r>
          </a:p>
          <a:p>
            <a:pPr lvl="1"/>
            <a:r>
              <a:t>Plan → Stage → Job → Task</a:t>
            </a:r>
          </a:p>
          <a:p>
            <a:pPr lvl="1"/>
            <a:r>
              <a:t>Used with Docker &amp;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Bamboo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Parallel execution</a:t>
            </a:r>
          </a:p>
          <a:p>
            <a:pPr lvl="1"/>
            <a:r>
              <a:t>Deployment projects</a:t>
            </a:r>
          </a:p>
          <a:p>
            <a:pPr lvl="1"/>
            <a:r>
              <a:t>Elastic agents on AWS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 Web Portal with DynamoDB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Hosted on Ubuntu EC2</a:t>
            </a:r>
          </a:p>
          <a:p>
            <a:pPr lvl="1"/>
            <a:r>
              <a:t>NoSQL backend using DynamoDB</a:t>
            </a:r>
          </a:p>
          <a:p>
            <a:pPr lvl="1"/>
            <a:r>
              <a:t>IAM role-based authentication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Portal with RDS (MySQL)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PHP + HTML frontend</a:t>
            </a:r>
          </a:p>
          <a:p>
            <a:pPr lvl="1"/>
            <a:r>
              <a:t>MySQL database on RDS</a:t>
            </a:r>
          </a:p>
          <a:p>
            <a:pPr lvl="1"/>
            <a:r>
              <a:t>Secure DB connectivity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 Deployment with PM2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PM2 manages Node processes</a:t>
            </a:r>
          </a:p>
          <a:p>
            <a:pPr lvl="1"/>
            <a:r>
              <a:t>Auto-restart on crash</a:t>
            </a:r>
          </a:p>
          <a:p>
            <a:pPr lvl="1"/>
            <a:r>
              <a:t>Production-grade monitoring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– Interview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Pipeline vs Freestyle</a:t>
            </a:r>
          </a:p>
          <a:p>
            <a:pPr lvl="1"/>
            <a:r>
              <a:t>Jenkinsfile</a:t>
            </a:r>
          </a:p>
          <a:p>
            <a:pPr lvl="1"/>
            <a:r>
              <a:t>Agents &amp; Plugins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– Interview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Image vs Container</a:t>
            </a:r>
          </a:p>
          <a:p>
            <a:pPr lvl="1"/>
            <a:r>
              <a:t>Dockerfile</a:t>
            </a:r>
          </a:p>
          <a:p>
            <a:pPr lvl="1"/>
            <a:r>
              <a:t>Volumes &amp; Networks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Bamboo – Interview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Plans &amp; Agents</a:t>
            </a:r>
          </a:p>
          <a:p>
            <a:pPr lvl="1"/>
            <a:r>
              <a:t>Artifacts</a:t>
            </a:r>
          </a:p>
          <a:p>
            <a:pPr lvl="1"/>
            <a:r>
              <a:t>Bamboo vs Jenkins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Deployed ML &amp; Web Applications</a:t>
            </a:r>
          </a:p>
          <a:p>
            <a:pPr lvl="1"/>
            <a:r>
              <a:t>Implemented CI/CD pipelines</a:t>
            </a:r>
          </a:p>
          <a:p>
            <a:pPr lvl="1"/>
            <a:r>
              <a:t>Hands-on AWS &amp; GCP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
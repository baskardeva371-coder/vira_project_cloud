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Cloud, DevOps &amp; Machine Learning Projects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Consolidated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Prediction API (AWS)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FastAPI-based ML inference service</a:t>
            </a:r>
          </a:p>
          <a:p>
            <a:pPr lvl="1"/>
            <a:r>
              <a:t>Model training using scikit-learn &amp; Joblib</a:t>
            </a:r>
          </a:p>
          <a:p>
            <a:pPr lvl="1"/>
            <a:r>
              <a:t>Deployed on AWS EC2 with VPC</a:t>
            </a:r>
          </a:p>
          <a:p>
            <a:pPr lvl="1"/>
            <a:r>
              <a:t>REST API tested via cURL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Stack ML Pipeline (GCP)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Data ingestion, training &amp; prediction APIs</a:t>
            </a:r>
          </a:p>
          <a:p>
            <a:pPr lvl="1"/>
            <a:r>
              <a:t>FastAPI + Docker deployment</a:t>
            </a:r>
          </a:p>
          <a:p>
            <a:pPr lvl="1"/>
            <a:r>
              <a:t>Persistent storage on VM</a:t>
            </a:r>
          </a:p>
          <a:p>
            <a:pPr lvl="1"/>
            <a:r>
              <a:t>Swagger-based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with Jenkins &amp;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Automated builds triggered by GitHub</a:t>
            </a:r>
          </a:p>
          <a:p>
            <a:pPr lvl="1"/>
            <a:r>
              <a:t>Docker image build &amp; deployment</a:t>
            </a:r>
          </a:p>
          <a:p>
            <a:pPr lvl="1"/>
            <a:r>
              <a:t>Hosted on AWS EC2</a:t>
            </a:r>
          </a:p>
          <a:p>
            <a:pPr lvl="1"/>
            <a:r>
              <a:t>Zero manual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with Bamboo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Bamboo plans with stages, jobs &amp; tasks</a:t>
            </a:r>
          </a:p>
          <a:p>
            <a:pPr lvl="1"/>
            <a:r>
              <a:t>Docker build &amp; push to DockerHub</a:t>
            </a:r>
          </a:p>
          <a:p>
            <a:pPr lvl="1"/>
            <a:r>
              <a:t>Integrated with Jenkins &amp; GitHub</a:t>
            </a:r>
          </a:p>
          <a:p>
            <a:pPr lvl="1"/>
            <a:r>
              <a:t>Production deployment automation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Portal with DynamoDB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PHP application on Ubuntu EC2</a:t>
            </a:r>
          </a:p>
          <a:p>
            <a:pPr lvl="1"/>
            <a:r>
              <a:t>NoSQL backend using DynamoDB</a:t>
            </a:r>
          </a:p>
          <a:p>
            <a:pPr lvl="1"/>
            <a:r>
              <a:t>IAM-based secure access</a:t>
            </a:r>
          </a:p>
          <a:p>
            <a:pPr lvl="1"/>
            <a:r>
              <a:t>Form data persistence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Node.js Deployment with PM2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Node.js app on Windows &amp; Linux EC2</a:t>
            </a:r>
          </a:p>
          <a:p>
            <a:pPr lvl="1"/>
            <a:r>
              <a:t>PM2 for monitoring &amp; auto-restart</a:t>
            </a:r>
          </a:p>
          <a:p>
            <a:pPr lvl="1"/>
            <a:r>
              <a:t>GitHub version control</a:t>
            </a:r>
          </a:p>
          <a:p>
            <a:pPr lvl="1"/>
            <a:r>
              <a:t>Production-grade uptime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AWS, GCP, Docker, Jenkins, Bamboo</a:t>
            </a:r>
          </a:p>
          <a:p>
            <a:pPr lvl="1"/>
            <a:r>
              <a:t>FastAPI, Node.js, PHP</a:t>
            </a:r>
          </a:p>
          <a:p>
            <a:pPr lvl="1"/>
            <a:r>
              <a:t>PostgreSQL, DynamoDB, MySQL</a:t>
            </a:r>
          </a:p>
          <a:p>
            <a:pPr lvl="1"/>
            <a:r>
              <a:t>Linux, Windows,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
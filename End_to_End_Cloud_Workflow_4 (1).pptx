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239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this project connects all components from code to live cloud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that VPC ensures network isolation and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EC2 acts as the compute engine to host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Docker isolates apps and makes them portable.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fun whalesay output and explain containers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version control connects code to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explanation simple – Node.js handles backend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PM2 ensures uptime and auto-restart for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running URL and mention public IP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real-time monitoring importance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with how this workflow represents real DevOps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Cloud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GitHub → EC2 automated deployment using Docker &amp; PM2</a:t>
            </a:r>
          </a:p>
          <a:p>
            <a:r>
              <a:t>Tools: AWS, Docker, GitHub, Node.js, PM2</a:t>
            </a:r>
          </a:p>
          <a:p>
            <a:r>
              <a:t>Goal: Continuous and reliable app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VPC – Virtual Private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Private virtual network in AWS</a:t>
            </a:r>
          </a:p>
          <a:p>
            <a:r>
              <a:t>Control IP ranges, subnets, route tables, gateways</a:t>
            </a:r>
          </a:p>
          <a:p>
            <a:r>
              <a:t>Create VPC → Set CIDR 10.0.0.0/16 → Attach Internet Gateway → Update Route Tables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EC2 Instance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Choose Ubuntu as OS</a:t>
            </a:r>
          </a:p>
          <a:p>
            <a:r>
              <a:t>Attach security group (ports 22, 5000, 5006)</a:t>
            </a:r>
          </a:p>
          <a:p>
            <a:r>
              <a:t>Generate key pair (.pem) for SSH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Containerization platform for apps</a:t>
            </a:r>
          </a:p>
          <a:p>
            <a:r>
              <a:t>Commands: apt update, install docker.io, docker --version</a:t>
            </a:r>
          </a:p>
          <a:p>
            <a:r>
              <a:t>Run hello-world and whalesay containers to verify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Sample Docker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Run: sudo docker run docker/whalesay cowsay 'Hello World'</a:t>
            </a:r>
          </a:p>
          <a:p>
            <a:r>
              <a:t>Verifies Docker works properly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Set username and email</a:t>
            </a:r>
          </a:p>
          <a:p>
            <a:r>
              <a:t>Add remote repo and push code</a:t>
            </a:r>
          </a:p>
          <a:p>
            <a:r>
              <a:t>Authorize device using GitHub login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Node.js Web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Install Node.js and npm</a:t>
            </a:r>
          </a:p>
          <a:p>
            <a:r>
              <a:t>mkdir node-js-getting-started &amp; cd into it</a:t>
            </a:r>
          </a:p>
          <a:p>
            <a:r>
              <a:t>Create index.js with Express.js server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and Configure PM2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Install PM2 globally (npm install pm2 -g)</a:t>
            </a:r>
          </a:p>
          <a:p>
            <a:r>
              <a:t>Start app: pm2 start index.js --name nodeapp</a:t>
            </a:r>
          </a:p>
          <a:p>
            <a:r>
              <a:t>Monitor: pm2 monit, pm2 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 and Access Web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Access using EC2 Public IP (e.g., http://16.170.140.133:5000)</a:t>
            </a:r>
          </a:p>
          <a:p>
            <a:r>
              <a:t>App runs live in browser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and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pm2 monit → check app health</a:t>
            </a:r>
          </a:p>
          <a:p>
            <a:r>
              <a:t>pm2 logs nodeapp → view logs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 /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Configured AWS (VPC + EC2)</a:t>
            </a:r>
          </a:p>
          <a:p>
            <a:r>
              <a:t>Installed Docker &amp; deployed Node.js app</a:t>
            </a:r>
          </a:p>
          <a:p>
            <a:r>
              <a:t>Integrated GitHub for version control</a:t>
            </a:r>
          </a:p>
          <a:p>
            <a:r>
              <a:t>Used PM2 for monitoring and uptime</a:t>
            </a:r>
          </a:p>
          <a:p>
            <a:r>
              <a:t>Verified app in browser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403</Words>
  <Application>Microsoft Office PowerPoint</Application>
  <PresentationFormat>On-screen Show (4:3)</PresentationFormat>
  <Paragraphs>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End-to-End Cloud Workflow</vt:lpstr>
      <vt:lpstr>VPC – Virtual Private Cloud</vt:lpstr>
      <vt:lpstr>Launch EC2 Instance</vt:lpstr>
      <vt:lpstr>Docker Installation</vt:lpstr>
      <vt:lpstr>Run Sample Docker App</vt:lpstr>
      <vt:lpstr>GitHub Authentication</vt:lpstr>
      <vt:lpstr>Create Node.js Web App</vt:lpstr>
      <vt:lpstr>Install and Configure PM2</vt:lpstr>
      <vt:lpstr>Deploy and Access Web App</vt:lpstr>
      <vt:lpstr>Monitoring and Maintenance</vt:lpstr>
      <vt:lpstr>Key Points /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virakesavan vetrivel</dc:creator>
  <cp:keywords/>
  <dc:description>generated using python-pptx</dc:description>
  <cp:lastModifiedBy>virakesavan vetrivel</cp:lastModifiedBy>
  <cp:revision>1</cp:revision>
  <dcterms:created xsi:type="dcterms:W3CDTF">2013-01-27T09:14:16Z</dcterms:created>
  <dcterms:modified xsi:type="dcterms:W3CDTF">2025-11-05T04:44:31Z</dcterms:modified>
  <cp:category/>
</cp:coreProperties>
</file>
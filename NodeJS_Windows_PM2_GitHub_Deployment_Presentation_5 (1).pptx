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Deployment and Monitoring of a Node.js Web Application on Windows using PM2 and 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Private Cloud (VPC)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Virtual Private Cloud (VPC) is a private, isolated network inside AWS.</a:t>
            </a:r>
          </a:p>
          <a:p>
            <a:r>
              <a:t>• It lets us securely launch EC2 instances.</a:t>
            </a:r>
          </a:p>
          <a:p>
            <a:r>
              <a:t>• We can manage IP ranges, subnets, route tables, and gateways.</a:t>
            </a:r>
          </a:p>
          <a:p>
            <a:endParaRPr/>
          </a:p>
          <a:p>
            <a:r>
              <a:t>Steps:</a:t>
            </a:r>
          </a:p>
          <a:p>
            <a:r>
              <a:t>1. Go to VPC Dashboard → Create VPC</a:t>
            </a:r>
          </a:p>
          <a:p>
            <a:r>
              <a:t>2. Set IPv4 CIDR block (e.g., 10.0.0.0/16)</a:t>
            </a:r>
          </a:p>
          <a:p>
            <a:r>
              <a:t>3. Create subnets (public/private)</a:t>
            </a:r>
          </a:p>
          <a:p>
            <a:r>
              <a:t>4. Attach Internet Gateway</a:t>
            </a:r>
          </a:p>
          <a:p>
            <a:r>
              <a:t>5. Update route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Launching an EC2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 to EC2 Dashboard → Launch Instance</a:t>
            </a:r>
          </a:p>
          <a:p>
            <a:r>
              <a:t>• Choose Windows AMI</a:t>
            </a:r>
          </a:p>
          <a:p>
            <a:r>
              <a:t>• Attach security group for RDP (3389) and HTTP (80)</a:t>
            </a:r>
          </a:p>
          <a:p>
            <a:r>
              <a:t>• Connect using Remote Desktop Protocol (RDP)</a:t>
            </a:r>
          </a:p>
          <a:p>
            <a:r>
              <a:t>• Install Node.js, Git, and PM2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 used in Git Bash:</a:t>
            </a:r>
          </a:p>
          <a:p>
            <a:r>
              <a:t>mkdir web_project</a:t>
            </a:r>
          </a:p>
          <a:p>
            <a:r>
              <a:t>cd web_project</a:t>
            </a:r>
          </a:p>
          <a:p>
            <a:r>
              <a:t>git clone https://github.com/heroku/node-js-sample.git</a:t>
            </a:r>
          </a:p>
          <a:p>
            <a:r>
              <a:t>cd node-js-sample</a:t>
            </a:r>
          </a:p>
          <a:p>
            <a:r>
              <a:t>npm install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Modifying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index.js file in VS Code</a:t>
            </a:r>
          </a:p>
          <a:p>
            <a:r>
              <a:t>• Add a custom message such as:</a:t>
            </a:r>
          </a:p>
          <a:p>
            <a:r>
              <a:t>console.log('Hello from Vira’s Node.js App on Windows!');</a:t>
            </a:r>
          </a:p>
          <a:p>
            <a:r>
              <a:t>• Run the app locally using:</a:t>
            </a:r>
          </a:p>
          <a:p>
            <a:r>
              <a:t>npm start (on localhost:5000)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 with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 used:</a:t>
            </a:r>
          </a:p>
          <a:p>
            <a:r>
              <a:t>git init</a:t>
            </a:r>
          </a:p>
          <a:p>
            <a:r>
              <a:t>git add .</a:t>
            </a:r>
          </a:p>
          <a:p>
            <a:r>
              <a:t>git commit -m 'Initial commit'</a:t>
            </a:r>
          </a:p>
          <a:p>
            <a:r>
              <a:t>git remote add origin https://github.com/virakesavan/hello-vira-nodejs.git</a:t>
            </a:r>
          </a:p>
          <a:p>
            <a:r>
              <a:t>git branch -M main</a:t>
            </a:r>
          </a:p>
          <a:p>
            <a:r>
              <a:t>git push -u origin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Modify index.js to include:</a:t>
            </a:r>
          </a:p>
          <a:p>
            <a:r>
              <a:t>console.log('This is an updated version by Vira');</a:t>
            </a:r>
          </a:p>
          <a:p>
            <a:endParaRPr/>
          </a:p>
          <a:p>
            <a:r>
              <a:t>Commands:</a:t>
            </a:r>
          </a:p>
          <a:p>
            <a:r>
              <a:t>git add index.js</a:t>
            </a:r>
          </a:p>
          <a:p>
            <a:r>
              <a:t>git commit -m 'Added console log update by Vira'</a:t>
            </a:r>
          </a:p>
          <a:p>
            <a:r>
              <a:t>git push -u origin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with PM2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PM2 is a process manager for Node.js applications.</a:t>
            </a:r>
          </a:p>
          <a:p>
            <a:r>
              <a:t>• It keeps the app running even after closing the terminal.</a:t>
            </a:r>
          </a:p>
          <a:p>
            <a:r>
              <a:t>• Useful commands:</a:t>
            </a:r>
          </a:p>
          <a:p>
            <a:r>
              <a:t>pm2 start index.js --name nodeapp</a:t>
            </a:r>
          </a:p>
          <a:p>
            <a:r>
              <a:t>pm2 list</a:t>
            </a:r>
          </a:p>
          <a:p>
            <a:r>
              <a:t>pm2 monit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Installed Node.js and Git</a:t>
            </a:r>
          </a:p>
          <a:p>
            <a:r>
              <a:t>2. Created and ran Node.js app</a:t>
            </a:r>
          </a:p>
          <a:p>
            <a:r>
              <a:t>3. Hosted on Windows EC2</a:t>
            </a:r>
          </a:p>
          <a:p>
            <a:r>
              <a:t>4. Linked with GitHub</a:t>
            </a:r>
          </a:p>
          <a:p>
            <a:r>
              <a:t>5. Used PM2 for monitoring and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409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Deployment and Monitoring of a Node.js Web Application on Windows using PM2 and GitHub</vt:lpstr>
      <vt:lpstr>Virtual Private Cloud (VPC)</vt:lpstr>
      <vt:lpstr>Launching an EC2 Instance</vt:lpstr>
      <vt:lpstr>Creating the Project</vt:lpstr>
      <vt:lpstr>Modifying the Code</vt:lpstr>
      <vt:lpstr>Version Control with GitHub</vt:lpstr>
      <vt:lpstr>Updating Code</vt:lpstr>
      <vt:lpstr>Monitoring with PM2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virakesavan vetrivel</dc:creator>
  <cp:keywords/>
  <dc:description>generated using python-pptx</dc:description>
  <cp:lastModifiedBy>virakesavan vetrivel</cp:lastModifiedBy>
  <cp:revision>2</cp:revision>
  <dcterms:created xsi:type="dcterms:W3CDTF">2013-01-27T09:14:16Z</dcterms:created>
  <dcterms:modified xsi:type="dcterms:W3CDTF">2025-11-05T04:04:48Z</dcterms:modified>
  <cp:category/>
</cp:coreProperties>
</file>
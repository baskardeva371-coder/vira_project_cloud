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AutoDeploy with Docker &amp; Jenkins — CI/CD on AWS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how to automate application deployment using Jenkins, Docker, and AWS EC2.</a:t>
            </a:r>
          </a:p>
          <a:p>
            <a:r>
              <a:t>Every time code is pushed to GitHub, Jenkins automatically builds, tests, and deploys the app using Docker containers.</a:t>
            </a:r>
          </a:p>
          <a:p>
            <a:endParaRPr/>
          </a:p>
          <a:p>
            <a:r>
              <a:t>Tools Used: AWS EC2, Docker, Jenkins, GitHub</a:t>
            </a:r>
          </a:p>
          <a:p>
            <a:r>
              <a:t>Goal: Reduce manual deployment effort.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Setup (VPC &amp; EC2)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VPC (Virtual Private Cloud): A private network in AWS that controls access to resources.</a:t>
            </a:r>
          </a:p>
          <a:p>
            <a:r>
              <a:t>EC2 (Elastic Compute Cloud): A virtual server where Jenkins and Docker are hosted.</a:t>
            </a:r>
          </a:p>
          <a:p>
            <a:endParaRPr/>
          </a:p>
          <a:p>
            <a:r>
              <a:t>Steps:</a:t>
            </a:r>
          </a:p>
          <a:p>
            <a:r>
              <a:t>1. Create VPC and subnets</a:t>
            </a:r>
          </a:p>
          <a:p>
            <a:r>
              <a:t>2. Attach Internet Gateway</a:t>
            </a:r>
          </a:p>
          <a:p>
            <a:r>
              <a:t>3. Update route table for public subnet</a:t>
            </a:r>
          </a:p>
          <a:p>
            <a:r>
              <a:t>4. Launch EC2 (Ubuntu)</a:t>
            </a:r>
          </a:p>
          <a:p>
            <a:r>
              <a:t>5. Connect via PuTTY using .pem key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is used to containerize applications so they run consistently in any environment.</a:t>
            </a:r>
          </a:p>
          <a:p>
            <a:endParaRPr/>
          </a:p>
          <a:p>
            <a:r>
              <a:t>Commands:</a:t>
            </a:r>
          </a:p>
          <a:p>
            <a:r>
              <a:t>- sudo apt update</a:t>
            </a:r>
          </a:p>
          <a:p>
            <a:r>
              <a:t>- sudo apt install -y docker.io</a:t>
            </a:r>
          </a:p>
          <a:p>
            <a:r>
              <a:t>- sudo systemctl start docker</a:t>
            </a:r>
          </a:p>
          <a:p>
            <a:r>
              <a:t>- sudo usermod -aG docker $USER</a:t>
            </a:r>
          </a:p>
          <a:p>
            <a:endParaRPr/>
          </a:p>
          <a:p>
            <a:r>
              <a:t>Why Docker?</a:t>
            </a:r>
          </a:p>
          <a:p>
            <a:r>
              <a:t>- Portable</a:t>
            </a:r>
          </a:p>
          <a:p>
            <a:r>
              <a:t>- Fast deployments</a:t>
            </a:r>
          </a:p>
          <a:p>
            <a:r>
              <a:t>- Ensures environment consistency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&amp; GitHub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Git: Version control system</a:t>
            </a:r>
          </a:p>
          <a:p>
            <a:r>
              <a:t>GitHub: Cloud repository for storing and managing source code.</a:t>
            </a:r>
          </a:p>
          <a:p>
            <a:endParaRPr/>
          </a:p>
          <a:p>
            <a:r>
              <a:t>Steps:</a:t>
            </a:r>
          </a:p>
          <a:p>
            <a:r>
              <a:t>1. Initialize repo: git init</a:t>
            </a:r>
          </a:p>
          <a:p>
            <a:r>
              <a:t>2. Add files: git add .</a:t>
            </a:r>
          </a:p>
          <a:p>
            <a:r>
              <a:t>3. Commit: git commit -m 'Initial commit'</a:t>
            </a:r>
          </a:p>
          <a:p>
            <a:r>
              <a:t>4. Push: git push origin master</a:t>
            </a:r>
          </a:p>
          <a:p>
            <a:endParaRPr/>
          </a:p>
          <a:p>
            <a:r>
              <a:t>Jenkins automatically pulls latest code from GitHub for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Jenkins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Jenkins is an automation tool used for Continuous Integration and Continuous Deployment.</a:t>
            </a:r>
          </a:p>
          <a:p>
            <a:endParaRPr/>
          </a:p>
          <a:p>
            <a:r>
              <a:t>Installation Steps:</a:t>
            </a:r>
          </a:p>
          <a:p>
            <a:r>
              <a:t>1. Install Java (sudo apt install openjdk-21-jre)</a:t>
            </a:r>
          </a:p>
          <a:p>
            <a:r>
              <a:t>2. Add Jenkins repo and key</a:t>
            </a:r>
          </a:p>
          <a:p>
            <a:r>
              <a:t>3. Install Jenkins (sudo apt install jenkins -y)</a:t>
            </a:r>
          </a:p>
          <a:p>
            <a:r>
              <a:t>4. Access Jenkins at http://&lt;EC2-IP&gt;:8080</a:t>
            </a:r>
          </a:p>
          <a:p>
            <a:r>
              <a:t>5. Unlock using initialAdminPassword</a:t>
            </a:r>
          </a:p>
          <a:p>
            <a:r>
              <a:t>6. Install recommended plugins and GitHub plugin</a:t>
            </a:r>
          </a:p>
          <a:p>
            <a:r>
              <a:t>7. Configure credentials and create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Pipeline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Automation Flow:</a:t>
            </a:r>
          </a:p>
          <a:p>
            <a:r>
              <a:t>1. Developer pushes code to GitHub</a:t>
            </a:r>
          </a:p>
          <a:p>
            <a:r>
              <a:t>2. Jenkins triggers automatically</a:t>
            </a:r>
          </a:p>
          <a:p>
            <a:r>
              <a:t>3. Jenkins pulls latest code</a:t>
            </a:r>
          </a:p>
          <a:p>
            <a:r>
              <a:t>4. Builds Docker image</a:t>
            </a:r>
          </a:p>
          <a:p>
            <a:r>
              <a:t>5. Runs container</a:t>
            </a:r>
          </a:p>
          <a:p>
            <a:r>
              <a:t>6. App is deployed and accessible online</a:t>
            </a:r>
          </a:p>
          <a:p>
            <a:endParaRPr/>
          </a:p>
          <a:p>
            <a:r>
              <a:t>Simple Flow Diagram:</a:t>
            </a:r>
          </a:p>
          <a:p>
            <a:r>
              <a:t>GitHub → Jenkins → Docker Build → Container Run → Web Application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the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Modify code in GitHub → Push changes</a:t>
            </a:r>
          </a:p>
          <a:p>
            <a:r>
              <a:t>Jenkins detects changes automatically, builds a new Docker image, and redeploys the container.</a:t>
            </a:r>
          </a:p>
          <a:p>
            <a:endParaRPr/>
          </a:p>
          <a:p>
            <a:r>
              <a:t>Verification:</a:t>
            </a:r>
          </a:p>
          <a:p>
            <a:r>
              <a:t>- Check Jenkins console output</a:t>
            </a:r>
          </a:p>
          <a:p>
            <a:r>
              <a:t>- Confirm successful build</a:t>
            </a:r>
          </a:p>
          <a:p>
            <a:r>
              <a:t>- Access app on http://&lt;EC2-IP&gt;:5000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Results:</a:t>
            </a:r>
          </a:p>
          <a:p>
            <a:r>
              <a:t>- EC2 instance running</a:t>
            </a:r>
          </a:p>
          <a:p>
            <a:r>
              <a:t>- Docker installed and verified</a:t>
            </a:r>
          </a:p>
          <a:p>
            <a:r>
              <a:t>- Jenkins automated deployment successful</a:t>
            </a:r>
          </a:p>
          <a:p>
            <a:r>
              <a:t>- GitHub integration working</a:t>
            </a:r>
          </a:p>
          <a:p>
            <a:r>
              <a:t>- CI/CD pipeline functional</a:t>
            </a:r>
          </a:p>
          <a:p>
            <a:endParaRPr/>
          </a:p>
          <a:p>
            <a:r>
              <a:t>App is automatically deployed inside Docker container whenever code is updated.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a fully automated CI/CD pipeline using Jenkins, Docker, and GitHub on AWS EC2.</a:t>
            </a:r>
          </a:p>
          <a:p>
            <a:endParaRPr/>
          </a:p>
          <a:p>
            <a:r>
              <a:t>Benefits:</a:t>
            </a:r>
          </a:p>
          <a:p>
            <a:r>
              <a:t>- Automated deployments</a:t>
            </a:r>
          </a:p>
          <a:p>
            <a:r>
              <a:t>- Reduced manual intervention</a:t>
            </a:r>
          </a:p>
          <a:p>
            <a:r>
              <a:t>- Consistent build and delivery process</a:t>
            </a:r>
          </a:p>
          <a:p>
            <a:endParaRPr/>
          </a:p>
          <a:p>
            <a:r>
              <a:t>Future Enhancements:</a:t>
            </a:r>
          </a:p>
          <a:p>
            <a:r>
              <a:t>- Integrate with Kubernetes</a:t>
            </a:r>
          </a:p>
          <a:p>
            <a:r>
              <a:t>- Add automated testing</a:t>
            </a:r>
          </a:p>
          <a:p>
            <a:r>
              <a:t>- Implement monitoring (Prometheus &amp; Grafana)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547</Words>
  <Application>Microsoft Office PowerPoint</Application>
  <PresentationFormat>On-screen Show (4:3)</PresentationFormat>
  <Paragraphs>91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AutoDeploy with Docker &amp; Jenkins — CI/CD on AWS EC2</vt:lpstr>
      <vt:lpstr>AWS Setup (VPC &amp; EC2)</vt:lpstr>
      <vt:lpstr>Docker Setup</vt:lpstr>
      <vt:lpstr>Git &amp; GitHub Integration</vt:lpstr>
      <vt:lpstr>Jenkins Setup</vt:lpstr>
      <vt:lpstr>CI/CD Pipeline Flow</vt:lpstr>
      <vt:lpstr>Testing the Pipeline</vt:lpstr>
      <vt:lpstr>Final Output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virakesavan vetrivel</dc:creator>
  <cp:keywords/>
  <dc:description>generated using python-pptx</dc:description>
  <cp:lastModifiedBy>virakesavan vetrivel</cp:lastModifiedBy>
  <cp:revision>1</cp:revision>
  <dcterms:created xsi:type="dcterms:W3CDTF">2013-01-27T09:14:16Z</dcterms:created>
  <dcterms:modified xsi:type="dcterms:W3CDTF">2025-11-05T04:02:31Z</dcterms:modified>
  <cp:category/>
</cp:coreProperties>
</file>